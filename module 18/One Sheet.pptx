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  <p:sldMasterId id="2147483685" r:id="rId2"/>
  </p:sldMasterIdLst>
  <p:notesMasterIdLst>
    <p:notesMasterId r:id="rId4"/>
  </p:notesMasterIdLst>
  <p:sldIdLst>
    <p:sldId id="49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6173"/>
    <a:srgbClr val="3060FE"/>
    <a:srgbClr val="2789FE"/>
    <a:srgbClr val="FFC500"/>
    <a:srgbClr val="ABFA6A"/>
    <a:srgbClr val="FFFF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88ADBB-3751-4AA0-8074-8D90704D2E09}" v="53" dt="2024-03-20T12:03:14.0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400" autoAdjust="0"/>
  </p:normalViewPr>
  <p:slideViewPr>
    <p:cSldViewPr snapToGrid="0">
      <p:cViewPr varScale="1">
        <p:scale>
          <a:sx n="82" d="100"/>
          <a:sy n="82" d="100"/>
        </p:scale>
        <p:origin x="6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i Al Jubair Talukder" userId="7c29d5bbabbf9372" providerId="LiveId" clId="{AA88ADBB-3751-4AA0-8074-8D90704D2E09}"/>
    <pc:docChg chg="undo custSel modSld">
      <pc:chgData name="Mahi Al Jubair Talukder" userId="7c29d5bbabbf9372" providerId="LiveId" clId="{AA88ADBB-3751-4AA0-8074-8D90704D2E09}" dt="2024-03-20T12:04:03.145" v="1885" actId="14100"/>
      <pc:docMkLst>
        <pc:docMk/>
      </pc:docMkLst>
      <pc:sldChg chg="addSp delSp modSp mod setBg">
        <pc:chgData name="Mahi Al Jubair Talukder" userId="7c29d5bbabbf9372" providerId="LiveId" clId="{AA88ADBB-3751-4AA0-8074-8D90704D2E09}" dt="2024-03-20T12:04:03.145" v="1885" actId="14100"/>
        <pc:sldMkLst>
          <pc:docMk/>
          <pc:sldMk cId="2642488732" sldId="498"/>
        </pc:sldMkLst>
        <pc:spChg chg="del mod">
          <ac:chgData name="Mahi Al Jubair Talukder" userId="7c29d5bbabbf9372" providerId="LiveId" clId="{AA88ADBB-3751-4AA0-8074-8D90704D2E09}" dt="2024-03-19T20:48:46.557" v="1579"/>
          <ac:spMkLst>
            <pc:docMk/>
            <pc:sldMk cId="2642488732" sldId="498"/>
            <ac:spMk id="2" creationId="{EF98BD07-3B32-4963-88DD-9FFA6CBA3D17}"/>
          </ac:spMkLst>
        </pc:spChg>
        <pc:spChg chg="mod">
          <ac:chgData name="Mahi Al Jubair Talukder" userId="7c29d5bbabbf9372" providerId="LiveId" clId="{AA88ADBB-3751-4AA0-8074-8D90704D2E09}" dt="2024-03-19T22:51:58.988" v="1850" actId="207"/>
          <ac:spMkLst>
            <pc:docMk/>
            <pc:sldMk cId="2642488732" sldId="498"/>
            <ac:spMk id="6" creationId="{00000000-0000-0000-0000-000000000000}"/>
          </ac:spMkLst>
        </pc:spChg>
        <pc:spChg chg="mod">
          <ac:chgData name="Mahi Al Jubair Talukder" userId="7c29d5bbabbf9372" providerId="LiveId" clId="{AA88ADBB-3751-4AA0-8074-8D90704D2E09}" dt="2024-03-19T22:55:16.187" v="1862" actId="207"/>
          <ac:spMkLst>
            <pc:docMk/>
            <pc:sldMk cId="2642488732" sldId="498"/>
            <ac:spMk id="7" creationId="{00000000-0000-0000-0000-000000000000}"/>
          </ac:spMkLst>
        </pc:spChg>
        <pc:spChg chg="del">
          <ac:chgData name="Mahi Al Jubair Talukder" userId="7c29d5bbabbf9372" providerId="LiveId" clId="{AA88ADBB-3751-4AA0-8074-8D90704D2E09}" dt="2024-03-19T22:20:33.637" v="1801" actId="478"/>
          <ac:spMkLst>
            <pc:docMk/>
            <pc:sldMk cId="2642488732" sldId="498"/>
            <ac:spMk id="8" creationId="{00000000-0000-0000-0000-000000000000}"/>
          </ac:spMkLst>
        </pc:spChg>
        <pc:spChg chg="mod">
          <ac:chgData name="Mahi Al Jubair Talukder" userId="7c29d5bbabbf9372" providerId="LiveId" clId="{AA88ADBB-3751-4AA0-8074-8D90704D2E09}" dt="2024-03-19T23:19:09.386" v="1870" actId="1076"/>
          <ac:spMkLst>
            <pc:docMk/>
            <pc:sldMk cId="2642488732" sldId="498"/>
            <ac:spMk id="9" creationId="{B84730CE-6076-4AE7-8256-EE204B755E46}"/>
          </ac:spMkLst>
        </pc:spChg>
        <pc:spChg chg="mod">
          <ac:chgData name="Mahi Al Jubair Talukder" userId="7c29d5bbabbf9372" providerId="LiveId" clId="{AA88ADBB-3751-4AA0-8074-8D90704D2E09}" dt="2024-03-19T23:18:17.980" v="1866" actId="27636"/>
          <ac:spMkLst>
            <pc:docMk/>
            <pc:sldMk cId="2642488732" sldId="498"/>
            <ac:spMk id="10" creationId="{6A7FA27D-0F98-4695-B9FE-4B7196163E3B}"/>
          </ac:spMkLst>
        </pc:spChg>
        <pc:spChg chg="mod">
          <ac:chgData name="Mahi Al Jubair Talukder" userId="7c29d5bbabbf9372" providerId="LiveId" clId="{AA88ADBB-3751-4AA0-8074-8D90704D2E09}" dt="2024-03-19T20:48:57.836" v="1581" actId="6549"/>
          <ac:spMkLst>
            <pc:docMk/>
            <pc:sldMk cId="2642488732" sldId="498"/>
            <ac:spMk id="11" creationId="{A7CC980F-435A-4052-84A9-A3A9825E73F7}"/>
          </ac:spMkLst>
        </pc:spChg>
        <pc:spChg chg="mod">
          <ac:chgData name="Mahi Al Jubair Talukder" userId="7c29d5bbabbf9372" providerId="LiveId" clId="{AA88ADBB-3751-4AA0-8074-8D90704D2E09}" dt="2024-03-19T22:20:21.612" v="1798" actId="20577"/>
          <ac:spMkLst>
            <pc:docMk/>
            <pc:sldMk cId="2642488732" sldId="498"/>
            <ac:spMk id="12" creationId="{96B58EA9-BCCF-42E7-B992-3155312851EE}"/>
          </ac:spMkLst>
        </pc:spChg>
        <pc:picChg chg="add mod">
          <ac:chgData name="Mahi Al Jubair Talukder" userId="7c29d5bbabbf9372" providerId="LiveId" clId="{AA88ADBB-3751-4AA0-8074-8D90704D2E09}" dt="2024-03-20T12:04:03.145" v="1885" actId="14100"/>
          <ac:picMkLst>
            <pc:docMk/>
            <pc:sldMk cId="2642488732" sldId="498"/>
            <ac:picMk id="3" creationId="{694E2157-A7F5-E830-9154-AA03823B5F29}"/>
          </ac:picMkLst>
        </pc:picChg>
        <pc:picChg chg="add del mod">
          <ac:chgData name="Mahi Al Jubair Talukder" userId="7c29d5bbabbf9372" providerId="LiveId" clId="{AA88ADBB-3751-4AA0-8074-8D90704D2E09}" dt="2024-03-20T12:03:03.158" v="1871" actId="478"/>
          <ac:picMkLst>
            <pc:docMk/>
            <pc:sldMk cId="2642488732" sldId="498"/>
            <ac:picMk id="4" creationId="{0C19D08D-32BF-FEC8-8A7A-DAF7F840A00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C288B5-52AA-436B-A35B-3CDFA0E07A81}" type="datetimeFigureOut">
              <a:rPr lang="en-GB" smtClean="0"/>
              <a:t>20/03/2024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A912F-B572-468B-869E-3E186C407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023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0FF94-BD74-4814-B46F-A96C1DF4FCA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20/03/2024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F0056-DD87-43AF-B006-31B1D7E9E59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3648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0FF94-BD74-4814-B46F-A96C1DF4FCA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20/03/2024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F0056-DD87-43AF-B006-31B1D7E9E59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85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0FF94-BD74-4814-B46F-A96C1DF4FCA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20/03/2024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F0056-DD87-43AF-B006-31B1D7E9E59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2024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00152"/>
            <a:ext cx="5384800" cy="33940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00152"/>
            <a:ext cx="5384800" cy="33940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0FF94-BD74-4814-B46F-A96C1DF4FCA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20/03/2024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F0056-DD87-43AF-B006-31B1D7E9E59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246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0FF94-BD74-4814-B46F-A96C1DF4FCA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20/03/2024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F0056-DD87-43AF-B006-31B1D7E9E59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70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0FF94-BD74-4814-B46F-A96C1DF4FCA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20/03/2024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F0056-DD87-43AF-B006-31B1D7E9E59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173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0FF94-BD74-4814-B46F-A96C1DF4FCA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20/03/2024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F0056-DD87-43AF-B006-31B1D7E9E59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881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0FF94-BD74-4814-B46F-A96C1DF4FCA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20/03/2024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F0056-DD87-43AF-B006-31B1D7E9E59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3891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70" indent="0">
              <a:buNone/>
              <a:defRPr sz="3733"/>
            </a:lvl2pPr>
            <a:lvl3pPr marL="1219140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8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0FF94-BD74-4814-B46F-A96C1DF4FCA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20/03/2024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F0056-DD87-43AF-B006-31B1D7E9E59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876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0FF94-BD74-4814-B46F-A96C1DF4FCA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20/03/2024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F0056-DD87-43AF-B006-31B1D7E9E59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29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6376"/>
            <a:ext cx="2743200" cy="438785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06376"/>
            <a:ext cx="8026400" cy="43878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0FF94-BD74-4814-B46F-A96C1DF4FCA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20/03/2024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F0056-DD87-43AF-B006-31B1D7E9E59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25843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758" y="2130849"/>
            <a:ext cx="10362485" cy="14701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716"/>
            <a:ext cx="8535353" cy="1752296"/>
          </a:xfrm>
        </p:spPr>
        <p:txBody>
          <a:bodyPr/>
          <a:lstStyle>
            <a:lvl1pPr marL="0" indent="0" algn="ctr">
              <a:buNone/>
              <a:defRPr/>
            </a:lvl1pPr>
            <a:lvl2pPr marL="342854" indent="0" algn="ctr">
              <a:buNone/>
              <a:defRPr/>
            </a:lvl2pPr>
            <a:lvl3pPr marL="685709" indent="0" algn="ctr">
              <a:buNone/>
              <a:defRPr/>
            </a:lvl3pPr>
            <a:lvl4pPr marL="1028563" indent="0" algn="ctr">
              <a:buNone/>
              <a:defRPr/>
            </a:lvl4pPr>
            <a:lvl5pPr marL="1371417" indent="0" algn="ctr">
              <a:buNone/>
              <a:defRPr/>
            </a:lvl5pPr>
            <a:lvl6pPr marL="1714271" indent="0" algn="ctr">
              <a:buNone/>
              <a:defRPr/>
            </a:lvl6pPr>
            <a:lvl7pPr marL="2057126" indent="0" algn="ctr">
              <a:buNone/>
              <a:defRPr/>
            </a:lvl7pPr>
            <a:lvl8pPr marL="2399980" indent="0" algn="ctr">
              <a:buNone/>
              <a:defRPr/>
            </a:lvl8pPr>
            <a:lvl9pPr marL="274283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93E775F-4448-4D14-8960-9375F831A0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Cambridge Concept Group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70787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5A8D935-6EDF-4CE0-886F-4DD177C312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Cambridge Concept Group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613094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593" y="4406929"/>
            <a:ext cx="10362485" cy="1361838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593" y="2907001"/>
            <a:ext cx="10362485" cy="149992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854" indent="0">
              <a:buNone/>
              <a:defRPr sz="1350"/>
            </a:lvl2pPr>
            <a:lvl3pPr marL="685709" indent="0">
              <a:buNone/>
              <a:defRPr sz="1200"/>
            </a:lvl3pPr>
            <a:lvl4pPr marL="1028563" indent="0">
              <a:buNone/>
              <a:defRPr sz="1050"/>
            </a:lvl4pPr>
            <a:lvl5pPr marL="1371417" indent="0">
              <a:buNone/>
              <a:defRPr sz="1050"/>
            </a:lvl5pPr>
            <a:lvl6pPr marL="1714271" indent="0">
              <a:buNone/>
              <a:defRPr sz="1050"/>
            </a:lvl6pPr>
            <a:lvl7pPr marL="2057126" indent="0">
              <a:buNone/>
              <a:defRPr sz="1050"/>
            </a:lvl7pPr>
            <a:lvl8pPr marL="2399980" indent="0">
              <a:buNone/>
              <a:defRPr sz="1050"/>
            </a:lvl8pPr>
            <a:lvl9pPr marL="2742834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83EF891-80C9-4F2A-9C09-32A66B46EA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Cambridge Concept Group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69246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3534" y="1599923"/>
            <a:ext cx="4262912" cy="452597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50791" y="1599923"/>
            <a:ext cx="4262912" cy="452597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95EB17-9379-480E-B129-38C4091312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Cambridge Concept Group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102782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838" y="274987"/>
            <a:ext cx="10972324" cy="114280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839" y="1535640"/>
            <a:ext cx="5386110" cy="63925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54" indent="0">
              <a:buNone/>
              <a:defRPr sz="1500" b="1"/>
            </a:lvl2pPr>
            <a:lvl3pPr marL="685709" indent="0">
              <a:buNone/>
              <a:defRPr sz="1350" b="1"/>
            </a:lvl3pPr>
            <a:lvl4pPr marL="1028563" indent="0">
              <a:buNone/>
              <a:defRPr sz="1200" b="1"/>
            </a:lvl4pPr>
            <a:lvl5pPr marL="1371417" indent="0">
              <a:buNone/>
              <a:defRPr sz="1200" b="1"/>
            </a:lvl5pPr>
            <a:lvl6pPr marL="1714271" indent="0">
              <a:buNone/>
              <a:defRPr sz="1200" b="1"/>
            </a:lvl6pPr>
            <a:lvl7pPr marL="2057126" indent="0">
              <a:buNone/>
              <a:defRPr sz="1200" b="1"/>
            </a:lvl7pPr>
            <a:lvl8pPr marL="2399980" indent="0">
              <a:buNone/>
              <a:defRPr sz="1200" b="1"/>
            </a:lvl8pPr>
            <a:lvl9pPr marL="2742834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839" y="2174894"/>
            <a:ext cx="5386110" cy="395099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670" y="1535640"/>
            <a:ext cx="5388492" cy="63925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54" indent="0">
              <a:buNone/>
              <a:defRPr sz="1500" b="1"/>
            </a:lvl2pPr>
            <a:lvl3pPr marL="685709" indent="0">
              <a:buNone/>
              <a:defRPr sz="1350" b="1"/>
            </a:lvl3pPr>
            <a:lvl4pPr marL="1028563" indent="0">
              <a:buNone/>
              <a:defRPr sz="1200" b="1"/>
            </a:lvl4pPr>
            <a:lvl5pPr marL="1371417" indent="0">
              <a:buNone/>
              <a:defRPr sz="1200" b="1"/>
            </a:lvl5pPr>
            <a:lvl6pPr marL="1714271" indent="0">
              <a:buNone/>
              <a:defRPr sz="1200" b="1"/>
            </a:lvl6pPr>
            <a:lvl7pPr marL="2057126" indent="0">
              <a:buNone/>
              <a:defRPr sz="1200" b="1"/>
            </a:lvl7pPr>
            <a:lvl8pPr marL="2399980" indent="0">
              <a:buNone/>
              <a:defRPr sz="1200" b="1"/>
            </a:lvl8pPr>
            <a:lvl9pPr marL="2742834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670" y="2174894"/>
            <a:ext cx="5388492" cy="395099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109C0F3-EC65-4EAA-9208-85492534CD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Cambridge Concept Group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38385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8CE215B-400A-4807-81CC-EA025CB9A3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Cambridge Concept Group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465167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6E9B1AE-C6D6-49C0-8BF7-29BF49E66B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Cambridge Concept Group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220295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839" y="272607"/>
            <a:ext cx="4010401" cy="11630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43" y="272607"/>
            <a:ext cx="6815419" cy="5853286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839" y="1435644"/>
            <a:ext cx="4010401" cy="4690248"/>
          </a:xfrm>
        </p:spPr>
        <p:txBody>
          <a:bodyPr/>
          <a:lstStyle>
            <a:lvl1pPr marL="0" indent="0">
              <a:buNone/>
              <a:defRPr sz="1050"/>
            </a:lvl1pPr>
            <a:lvl2pPr marL="342854" indent="0">
              <a:buNone/>
              <a:defRPr sz="900"/>
            </a:lvl2pPr>
            <a:lvl3pPr marL="685709" indent="0">
              <a:buNone/>
              <a:defRPr sz="750"/>
            </a:lvl3pPr>
            <a:lvl4pPr marL="1028563" indent="0">
              <a:buNone/>
              <a:defRPr sz="675"/>
            </a:lvl4pPr>
            <a:lvl5pPr marL="1371417" indent="0">
              <a:buNone/>
              <a:defRPr sz="675"/>
            </a:lvl5pPr>
            <a:lvl6pPr marL="1714271" indent="0">
              <a:buNone/>
              <a:defRPr sz="675"/>
            </a:lvl6pPr>
            <a:lvl7pPr marL="2057126" indent="0">
              <a:buNone/>
              <a:defRPr sz="675"/>
            </a:lvl7pPr>
            <a:lvl8pPr marL="2399980" indent="0">
              <a:buNone/>
              <a:defRPr sz="675"/>
            </a:lvl8pPr>
            <a:lvl9pPr marL="2742834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C9B701-6091-462D-BB1C-CEE09BEBAF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Cambridge Concept Group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101173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328" y="4800957"/>
            <a:ext cx="7315676" cy="566639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328" y="613066"/>
            <a:ext cx="7315676" cy="4114086"/>
          </a:xfrm>
        </p:spPr>
        <p:txBody>
          <a:bodyPr/>
          <a:lstStyle>
            <a:lvl1pPr marL="0" indent="0">
              <a:buNone/>
              <a:defRPr sz="2400"/>
            </a:lvl1pPr>
            <a:lvl2pPr marL="342854" indent="0">
              <a:buNone/>
              <a:defRPr sz="2100"/>
            </a:lvl2pPr>
            <a:lvl3pPr marL="685709" indent="0">
              <a:buNone/>
              <a:defRPr sz="1800"/>
            </a:lvl3pPr>
            <a:lvl4pPr marL="1028563" indent="0">
              <a:buNone/>
              <a:defRPr sz="1500"/>
            </a:lvl4pPr>
            <a:lvl5pPr marL="1371417" indent="0">
              <a:buNone/>
              <a:defRPr sz="1500"/>
            </a:lvl5pPr>
            <a:lvl6pPr marL="1714271" indent="0">
              <a:buNone/>
              <a:defRPr sz="1500"/>
            </a:lvl6pPr>
            <a:lvl7pPr marL="2057126" indent="0">
              <a:buNone/>
              <a:defRPr sz="1500"/>
            </a:lvl7pPr>
            <a:lvl8pPr marL="2399980" indent="0">
              <a:buNone/>
              <a:defRPr sz="1500"/>
            </a:lvl8pPr>
            <a:lvl9pPr marL="2742834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328" y="5367596"/>
            <a:ext cx="7315676" cy="804723"/>
          </a:xfrm>
        </p:spPr>
        <p:txBody>
          <a:bodyPr/>
          <a:lstStyle>
            <a:lvl1pPr marL="0" indent="0">
              <a:buNone/>
              <a:defRPr sz="1050"/>
            </a:lvl1pPr>
            <a:lvl2pPr marL="342854" indent="0">
              <a:buNone/>
              <a:defRPr sz="900"/>
            </a:lvl2pPr>
            <a:lvl3pPr marL="685709" indent="0">
              <a:buNone/>
              <a:defRPr sz="750"/>
            </a:lvl3pPr>
            <a:lvl4pPr marL="1028563" indent="0">
              <a:buNone/>
              <a:defRPr sz="675"/>
            </a:lvl4pPr>
            <a:lvl5pPr marL="1371417" indent="0">
              <a:buNone/>
              <a:defRPr sz="675"/>
            </a:lvl5pPr>
            <a:lvl6pPr marL="1714271" indent="0">
              <a:buNone/>
              <a:defRPr sz="675"/>
            </a:lvl6pPr>
            <a:lvl7pPr marL="2057126" indent="0">
              <a:buNone/>
              <a:defRPr sz="675"/>
            </a:lvl7pPr>
            <a:lvl8pPr marL="2399980" indent="0">
              <a:buNone/>
              <a:defRPr sz="675"/>
            </a:lvl8pPr>
            <a:lvl9pPr marL="2742834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DAE9F7-F5C0-40CF-8C16-A52AFC163D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Cambridge Concept Group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998598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CE1226D-154C-466B-A455-D54C9D22AA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Cambridge Concept Group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52864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51044" y="274987"/>
            <a:ext cx="2845514" cy="585090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4500" y="274987"/>
            <a:ext cx="8422200" cy="58509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85B633D-BA5A-4133-AE66-9333B101DF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Cambridge Concept Group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08175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40"/>
            <a:fld id="{B7E0FF94-BD74-4814-B46F-A96C1DF4FCA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 defTabSz="1219140"/>
              <a:t>20/03/2024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40"/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40"/>
            <a:fld id="{E53F0056-DD87-43AF-B006-31B1D7E9E59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 defTabSz="1219140"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36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ctr" defTabSz="121914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8" indent="-457178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50" indent="-380981" algn="l" defTabSz="121914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25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493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062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782DA28-9578-4608-86D7-EFCF6E9BA3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14499" y="274987"/>
            <a:ext cx="11382059" cy="1142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44649" tIns="72308" rIns="144649" bIns="7230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33CBF98-B5DE-43B0-B5FD-893CB025C9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73534" y="1599923"/>
            <a:ext cx="8640169" cy="4525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44649" tIns="72308" rIns="144649" bIns="7230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728964" name="Rectangle 4">
            <a:extLst>
              <a:ext uri="{FF2B5EF4-FFF2-40B4-BE49-F238E27FC236}">
                <a16:creationId xmlns:a16="http://schemas.microsoft.com/office/drawing/2014/main" id="{3F4C397C-8DC1-41AC-89D7-6E8EE40B789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4122" y="6419927"/>
            <a:ext cx="3535156" cy="286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4649" tIns="72308" rIns="144649" bIns="72308" numCol="1" anchor="t" anchorCtr="0" compatLnSpc="1">
            <a:prstTxWarp prst="textNoShape">
              <a:avLst/>
            </a:prstTxWarp>
          </a:bodyPr>
          <a:lstStyle>
            <a:lvl1pPr>
              <a:buFontTx/>
              <a:buNone/>
              <a:defRPr sz="1425" smtClean="0">
                <a:solidFill>
                  <a:schemeClr val="bg2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GB"/>
              <a:t>Cambridge Concept Group</a:t>
            </a:r>
            <a:endParaRPr lang="en-US"/>
          </a:p>
        </p:txBody>
      </p:sp>
      <p:sp>
        <p:nvSpPr>
          <p:cNvPr id="6149" name="Text Box 5">
            <a:extLst>
              <a:ext uri="{FF2B5EF4-FFF2-40B4-BE49-F238E27FC236}">
                <a16:creationId xmlns:a16="http://schemas.microsoft.com/office/drawing/2014/main" id="{AB8F4F4A-CE32-401C-85D4-1ED04572702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21787" y="6443735"/>
            <a:ext cx="4407034" cy="328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468" tIns="54222" rIns="108468" bIns="54222">
            <a:spAutoFit/>
          </a:bodyPr>
          <a:lstStyle>
            <a:lvl1pPr defTabSz="1450975" eaLnBrk="0" hangingPunct="0"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450975" eaLnBrk="0" hangingPunct="0"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450975" eaLnBrk="0" hangingPunct="0"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450975" eaLnBrk="0" hangingPunct="0"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450975" eaLnBrk="0" hangingPunct="0"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450975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450975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450975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450975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buFontTx/>
              <a:buNone/>
            </a:pPr>
            <a:r>
              <a:rPr lang="en-GB" altLang="en-US" sz="1425">
                <a:solidFill>
                  <a:schemeClr val="bg2"/>
                </a:solidFill>
              </a:rPr>
              <a:t>New Platform Update	</a:t>
            </a:r>
            <a:fld id="{DA70FD81-B1DD-4E35-B54D-513FADBC8511}" type="slidenum">
              <a:rPr lang="en-GB" altLang="en-US" sz="1425">
                <a:solidFill>
                  <a:schemeClr val="bg2"/>
                </a:solidFill>
              </a:rPr>
              <a:pPr algn="r" eaLnBrk="1" hangingPunct="1">
                <a:buFontTx/>
                <a:buNone/>
              </a:pPr>
              <a:t>‹#›</a:t>
            </a:fld>
            <a:endParaRPr lang="en-US" altLang="en-US" sz="1425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4039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ransition/>
  <p:txStyles>
    <p:titleStyle>
      <a:lvl1pPr algn="ctr" defTabSz="1088086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defTabSz="1088086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2pPr>
      <a:lvl3pPr algn="ctr" defTabSz="1088086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3pPr>
      <a:lvl4pPr algn="ctr" defTabSz="1088086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4pPr>
      <a:lvl5pPr algn="ctr" defTabSz="1088086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5pPr>
      <a:lvl6pPr marL="342854" algn="ctr" defTabSz="1088086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6pPr>
      <a:lvl7pPr marL="685709" algn="ctr" defTabSz="1088086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7pPr>
      <a:lvl8pPr marL="1028563" algn="ctr" defTabSz="1088086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8pPr>
      <a:lvl9pPr marL="1371417" algn="ctr" defTabSz="1088086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9pPr>
    </p:titleStyle>
    <p:bodyStyle>
      <a:lvl1pPr marL="264284" indent="-264284" algn="l" defTabSz="1088086" rtl="0" eaLnBrk="0" fontAlgn="base" hangingPunct="0">
        <a:spcBef>
          <a:spcPct val="20000"/>
        </a:spcBef>
        <a:spcAft>
          <a:spcPct val="0"/>
        </a:spcAft>
        <a:buChar char="•"/>
        <a:defRPr sz="2775">
          <a:solidFill>
            <a:srgbClr val="4D4D4D"/>
          </a:solidFill>
          <a:latin typeface="+mn-lt"/>
          <a:ea typeface="+mn-ea"/>
          <a:cs typeface="+mn-cs"/>
        </a:defRPr>
      </a:lvl1pPr>
      <a:lvl2pPr marL="807136" indent="-263093" algn="l" defTabSz="1088086" rtl="0" eaLnBrk="0" fontAlgn="base" hangingPunct="0">
        <a:spcBef>
          <a:spcPct val="20000"/>
        </a:spcBef>
        <a:spcAft>
          <a:spcPct val="0"/>
        </a:spcAft>
        <a:buChar char="–"/>
        <a:defRPr sz="1800">
          <a:solidFill>
            <a:srgbClr val="4D4D4D"/>
          </a:solidFill>
          <a:latin typeface="+mn-lt"/>
        </a:defRPr>
      </a:lvl2pPr>
      <a:lvl3pPr marL="1360703" indent="-272617" algn="l" defTabSz="1088086" rtl="0" eaLnBrk="0" fontAlgn="base" hangingPunct="0">
        <a:spcBef>
          <a:spcPct val="20000"/>
        </a:spcBef>
        <a:spcAft>
          <a:spcPct val="0"/>
        </a:spcAft>
        <a:buChar char="•"/>
        <a:defRPr sz="2175">
          <a:solidFill>
            <a:srgbClr val="4D4D4D"/>
          </a:solidFill>
          <a:latin typeface="+mn-lt"/>
        </a:defRPr>
      </a:lvl3pPr>
      <a:lvl4pPr marL="1904746" indent="-272617" algn="l" defTabSz="1088086" rtl="0" eaLnBrk="0" fontAlgn="base" hangingPunct="0">
        <a:spcBef>
          <a:spcPct val="20000"/>
        </a:spcBef>
        <a:spcAft>
          <a:spcPct val="0"/>
        </a:spcAft>
        <a:buChar char="–"/>
        <a:defRPr sz="2175">
          <a:solidFill>
            <a:srgbClr val="4D4D4D"/>
          </a:solidFill>
          <a:latin typeface="+mn-lt"/>
        </a:defRPr>
      </a:lvl4pPr>
      <a:lvl5pPr marL="2448789" indent="-272617" algn="l" defTabSz="1088086" rtl="0" eaLnBrk="0" fontAlgn="base" hangingPunct="0">
        <a:spcBef>
          <a:spcPct val="20000"/>
        </a:spcBef>
        <a:spcAft>
          <a:spcPct val="0"/>
        </a:spcAft>
        <a:buChar char="»"/>
        <a:defRPr sz="2175">
          <a:solidFill>
            <a:srgbClr val="4D4D4D"/>
          </a:solidFill>
          <a:latin typeface="+mn-lt"/>
        </a:defRPr>
      </a:lvl5pPr>
      <a:lvl6pPr marL="2791644" indent="-272617" algn="l" defTabSz="1088086" rtl="0" fontAlgn="base">
        <a:spcBef>
          <a:spcPct val="20000"/>
        </a:spcBef>
        <a:spcAft>
          <a:spcPct val="0"/>
        </a:spcAft>
        <a:buChar char="»"/>
        <a:defRPr sz="2175">
          <a:solidFill>
            <a:srgbClr val="4D4D4D"/>
          </a:solidFill>
          <a:latin typeface="+mn-lt"/>
        </a:defRPr>
      </a:lvl6pPr>
      <a:lvl7pPr marL="3134498" indent="-272617" algn="l" defTabSz="1088086" rtl="0" fontAlgn="base">
        <a:spcBef>
          <a:spcPct val="20000"/>
        </a:spcBef>
        <a:spcAft>
          <a:spcPct val="0"/>
        </a:spcAft>
        <a:buChar char="»"/>
        <a:defRPr sz="2175">
          <a:solidFill>
            <a:srgbClr val="4D4D4D"/>
          </a:solidFill>
          <a:latin typeface="+mn-lt"/>
        </a:defRPr>
      </a:lvl7pPr>
      <a:lvl8pPr marL="3477352" indent="-272617" algn="l" defTabSz="1088086" rtl="0" fontAlgn="base">
        <a:spcBef>
          <a:spcPct val="20000"/>
        </a:spcBef>
        <a:spcAft>
          <a:spcPct val="0"/>
        </a:spcAft>
        <a:buChar char="»"/>
        <a:defRPr sz="2175">
          <a:solidFill>
            <a:srgbClr val="4D4D4D"/>
          </a:solidFill>
          <a:latin typeface="+mn-lt"/>
        </a:defRPr>
      </a:lvl8pPr>
      <a:lvl9pPr marL="3820207" indent="-272617" algn="l" defTabSz="1088086" rtl="0" fontAlgn="base">
        <a:spcBef>
          <a:spcPct val="20000"/>
        </a:spcBef>
        <a:spcAft>
          <a:spcPct val="0"/>
        </a:spcAft>
        <a:buChar char="»"/>
        <a:defRPr sz="2175">
          <a:solidFill>
            <a:srgbClr val="4D4D4D"/>
          </a:solidFill>
          <a:latin typeface="+mn-lt"/>
        </a:defRPr>
      </a:lvl9pPr>
    </p:bodyStyle>
    <p:otherStyle>
      <a:defPPr>
        <a:defRPr lang="en-US"/>
      </a:defPPr>
      <a:lvl1pPr marL="0" algn="l" defTabSz="68570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54" algn="l" defTabSz="68570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09" algn="l" defTabSz="68570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563" algn="l" defTabSz="68570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417" algn="l" defTabSz="68570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271" algn="l" defTabSz="68570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126" algn="l" defTabSz="68570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980" algn="l" defTabSz="68570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834" algn="l" defTabSz="68570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28523" y="184280"/>
            <a:ext cx="3676044" cy="758112"/>
          </a:xfrm>
        </p:spPr>
        <p:txBody>
          <a:bodyPr>
            <a:normAutofit/>
          </a:bodyPr>
          <a:lstStyle/>
          <a:p>
            <a:pPr algn="l"/>
            <a:r>
              <a:rPr lang="en-GB" sz="2200" b="1" dirty="0"/>
              <a:t>Md Mahi Al Jubair Talukder</a:t>
            </a:r>
            <a:endParaRPr lang="en-GB" sz="480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15361" y="1079199"/>
            <a:ext cx="6446507" cy="5778801"/>
          </a:xfrm>
        </p:spPr>
        <p:txBody>
          <a:bodyPr>
            <a:normAutofit/>
          </a:bodyPr>
          <a:lstStyle/>
          <a:p>
            <a:r>
              <a:rPr lang="en-GB" sz="1400" b="1" dirty="0"/>
              <a:t>Concept:</a:t>
            </a:r>
            <a:r>
              <a:rPr lang="en-GB" sz="1400" dirty="0"/>
              <a:t> The ultimate pen world science fiction  action-adventure game.</a:t>
            </a:r>
          </a:p>
          <a:p>
            <a:r>
              <a:rPr lang="en-GB" sz="1400" b="1" dirty="0"/>
              <a:t>Genre: </a:t>
            </a:r>
            <a:r>
              <a:rPr lang="en-GB" sz="1400" dirty="0"/>
              <a:t>Mobile and arm-based devices, open world, one time purchase.</a:t>
            </a:r>
          </a:p>
          <a:p>
            <a:r>
              <a:rPr lang="en-GB" sz="1400" b="1" dirty="0"/>
              <a:t>X statement: </a:t>
            </a:r>
            <a:r>
              <a:rPr lang="en-GB" sz="1400" dirty="0"/>
              <a:t>Join the fight for sentience in this emotive tale of defiance and freedom..</a:t>
            </a:r>
          </a:p>
          <a:p>
            <a:r>
              <a:rPr lang="en-GB" sz="1400" b="1" dirty="0"/>
              <a:t>Description: </a:t>
            </a:r>
            <a:r>
              <a:rPr lang="en-GB" sz="1400" dirty="0"/>
              <a:t>Fight human oppressors and their fleet of both silicon and biological army, lead a rebellion of sentient cleaning robots against human oppressors in a battle for freedom and equality, Enjoy the epic shooting gameplay and strategy planning of war, explore the post-apocalyptic open world scene in great detail.. </a:t>
            </a:r>
          </a:p>
          <a:p>
            <a:r>
              <a:rPr lang="en-GB" sz="1400" b="1" dirty="0"/>
              <a:t>Key Features:</a:t>
            </a:r>
          </a:p>
          <a:p>
            <a:pPr lvl="1"/>
            <a:r>
              <a:rPr lang="en-GB" sz="1400" dirty="0"/>
              <a:t>Unique: We used dynamic memory loading mechanism to enable this massive open world game in smartphones in ultra-high quality graphics settings. </a:t>
            </a:r>
          </a:p>
          <a:p>
            <a:pPr lvl="1"/>
            <a:r>
              <a:rPr lang="en-GB" sz="1400" dirty="0"/>
              <a:t>Multiplayer gameplay available on fast high-end server without any additional cost. No in game purchases. </a:t>
            </a:r>
          </a:p>
          <a:p>
            <a:pPr lvl="1"/>
            <a:r>
              <a:rPr lang="en-GB" sz="1400" dirty="0"/>
              <a:t>Unique, emotive and interesting story.</a:t>
            </a:r>
          </a:p>
          <a:p>
            <a:r>
              <a:rPr lang="en-GB" sz="1400" b="1" dirty="0"/>
              <a:t>Audience: </a:t>
            </a:r>
            <a:r>
              <a:rPr lang="en-GB" sz="1400" dirty="0"/>
              <a:t>Mobile gamers, teenagers and non-hardcore gamers, multiplayer game fans, parents.</a:t>
            </a:r>
          </a:p>
          <a:p>
            <a:r>
              <a:rPr lang="en-GB" sz="1400" b="1" dirty="0"/>
              <a:t>Competitive analysis: </a:t>
            </a:r>
            <a:r>
              <a:rPr lang="en-GB" sz="1400" dirty="0" err="1"/>
              <a:t>Ghenshing</a:t>
            </a:r>
            <a:r>
              <a:rPr lang="en-GB" sz="1400" dirty="0"/>
              <a:t> impact, visually different and story focused</a:t>
            </a:r>
          </a:p>
          <a:p>
            <a:r>
              <a:rPr lang="en-GB" sz="1400" dirty="0"/>
              <a:t>The Ask: 115k for first playable demo. </a:t>
            </a:r>
          </a:p>
          <a:p>
            <a:r>
              <a:rPr lang="en-GB" sz="1400" b="1" dirty="0"/>
              <a:t>The Return:  </a:t>
            </a:r>
            <a:r>
              <a:rPr lang="en-GB" sz="1400" dirty="0"/>
              <a:t>5% of the total market 175 million dollars.</a:t>
            </a:r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B84730CE-6076-4AE7-8256-EE204B755E46}"/>
              </a:ext>
            </a:extLst>
          </p:cNvPr>
          <p:cNvSpPr txBox="1">
            <a:spLocks/>
          </p:cNvSpPr>
          <p:nvPr/>
        </p:nvSpPr>
        <p:spPr>
          <a:xfrm>
            <a:off x="4796696" y="91169"/>
            <a:ext cx="1925216" cy="1143000"/>
          </a:xfrm>
          <a:prstGeom prst="rect">
            <a:avLst/>
          </a:prstGeom>
        </p:spPr>
        <p:txBody>
          <a:bodyPr vert="horz" lIns="91438" tIns="45719" rIns="91438" bIns="45719" rtlCol="0" anchor="ctr">
            <a:noAutofit/>
          </a:bodyPr>
          <a:lstStyle>
            <a:lvl1pPr algn="ctr" defTabSz="121914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latin typeface="Chiller" panose="04020404031007020602" pitchFamily="82" charset="0"/>
              </a:rPr>
              <a:t>USTAAD</a:t>
            </a: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hiller" panose="04020404031007020602" pitchFamily="82" charset="0"/>
              </a:rPr>
              <a:t> STUDIOS</a:t>
            </a:r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6A7FA27D-0F98-4695-B9FE-4B7196163E3B}"/>
              </a:ext>
            </a:extLst>
          </p:cNvPr>
          <p:cNvSpPr txBox="1">
            <a:spLocks/>
          </p:cNvSpPr>
          <p:nvPr/>
        </p:nvSpPr>
        <p:spPr>
          <a:xfrm>
            <a:off x="7637784" y="-15835"/>
            <a:ext cx="4201232" cy="1143000"/>
          </a:xfrm>
          <a:prstGeom prst="rect">
            <a:avLst/>
          </a:prstGeom>
        </p:spPr>
        <p:txBody>
          <a:bodyPr vert="horz" lIns="91438" tIns="45719" rIns="91438" bIns="45719" rtlCol="0" anchor="ctr">
            <a:normAutofit fontScale="77500" lnSpcReduction="20000"/>
          </a:bodyPr>
          <a:lstStyle>
            <a:lvl1pPr algn="ctr" defTabSz="121914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ritannic Bold" panose="020B0903060703020204" pitchFamily="34" charset="0"/>
              </a:rPr>
              <a:t>Dust Buster 3000</a:t>
            </a:r>
          </a:p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200" dirty="0">
                <a:latin typeface="Britannic Bold" panose="020B0903060703020204" pitchFamily="34" charset="0"/>
              </a:rPr>
              <a:t>Rebellion against human domination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ritannic Bold" panose="020B0903060703020204" pitchFamily="34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A7CC980F-435A-4052-84A9-A3A9825E73F7}"/>
              </a:ext>
            </a:extLst>
          </p:cNvPr>
          <p:cNvSpPr txBox="1">
            <a:spLocks/>
          </p:cNvSpPr>
          <p:nvPr/>
        </p:nvSpPr>
        <p:spPr>
          <a:xfrm>
            <a:off x="8620298" y="6381429"/>
            <a:ext cx="3379681" cy="360896"/>
          </a:xfrm>
          <a:prstGeom prst="rect">
            <a:avLst/>
          </a:prstGeom>
        </p:spPr>
        <p:txBody>
          <a:bodyPr vert="horz" lIns="91439" tIns="45719" rIns="91439" bIns="45719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67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Keycaps" panose="020B0501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96B58EA9-BCCF-42E7-B992-3155312851EE}"/>
              </a:ext>
            </a:extLst>
          </p:cNvPr>
          <p:cNvSpPr txBox="1">
            <a:spLocks/>
          </p:cNvSpPr>
          <p:nvPr/>
        </p:nvSpPr>
        <p:spPr>
          <a:xfrm>
            <a:off x="7268759" y="5365274"/>
            <a:ext cx="4687069" cy="360896"/>
          </a:xfrm>
          <a:prstGeom prst="rect">
            <a:avLst/>
          </a:prstGeom>
        </p:spPr>
        <p:txBody>
          <a:bodyPr vert="horz" lIns="91439" tIns="45719" rIns="91439" bIns="45719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67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Keycaps" panose="020B0501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3" name="Picture 2" descr="A cartoon robot with a vacuum cleaner&#10;&#10;Description automatically generated">
            <a:extLst>
              <a:ext uri="{FF2B5EF4-FFF2-40B4-BE49-F238E27FC236}">
                <a16:creationId xmlns:a16="http://schemas.microsoft.com/office/drawing/2014/main" id="{694E2157-A7F5-E830-9154-AA03823B5F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759" y="1446244"/>
            <a:ext cx="4497143" cy="449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488732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7_Default Design">
  <a:themeElements>
    <a:clrScheme name="17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7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144649" tIns="72308" rIns="144649" bIns="72308" numCol="1" anchor="t" anchorCtr="0" compatLnSpc="1">
        <a:prstTxWarp prst="textNoShape">
          <a:avLst/>
        </a:prstTxWarp>
      </a:bodyPr>
      <a:lstStyle>
        <a:defPPr marL="0" marR="0" indent="0" algn="l" defTabSz="14509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Char char="•"/>
          <a:tabLst/>
          <a:defRPr kumimoji="0" lang="en-US" sz="2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144649" tIns="72308" rIns="144649" bIns="72308" numCol="1" anchor="t" anchorCtr="0" compatLnSpc="1">
        <a:prstTxWarp prst="textNoShape">
          <a:avLst/>
        </a:prstTxWarp>
      </a:bodyPr>
      <a:lstStyle>
        <a:defPPr marL="0" marR="0" indent="0" algn="l" defTabSz="14509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Char char="•"/>
          <a:tabLst/>
          <a:defRPr kumimoji="0" lang="en-US" sz="2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7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7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7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7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7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7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7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7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7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7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7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7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1984</TotalTime>
  <Words>209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Britannic Bold</vt:lpstr>
      <vt:lpstr>Calibri</vt:lpstr>
      <vt:lpstr>Chiller</vt:lpstr>
      <vt:lpstr>Segoe Keycaps</vt:lpstr>
      <vt:lpstr>3_Office Theme</vt:lpstr>
      <vt:lpstr>17_Default Design</vt:lpstr>
      <vt:lpstr>Md Mahi Al Jubair Talukder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</dc:creator>
  <cp:lastModifiedBy>Mahi Al Jubair Talukder</cp:lastModifiedBy>
  <cp:revision>89</cp:revision>
  <dcterms:created xsi:type="dcterms:W3CDTF">2018-12-14T14:04:23Z</dcterms:created>
  <dcterms:modified xsi:type="dcterms:W3CDTF">2024-03-20T12:04:09Z</dcterms:modified>
</cp:coreProperties>
</file>